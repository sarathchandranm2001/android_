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8"/>
  </p:notesMasterIdLst>
  <p:sldIdLst>
    <p:sldId id="256" r:id="rId2"/>
    <p:sldId id="280" r:id="rId3"/>
    <p:sldId id="257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75" r:id="rId14"/>
    <p:sldId id="276" r:id="rId15"/>
    <p:sldId id="281" r:id="rId16"/>
    <p:sldId id="279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Fira Sans Extra Condensed Medium" panose="020B0604020202020204" charset="0"/>
      <p:regular r:id="rId20"/>
      <p:bold r:id="rId21"/>
      <p:italic r:id="rId22"/>
      <p:boldItalic r:id="rId23"/>
    </p:embeddedFont>
    <p:embeddedFont>
      <p:font typeface="Overpass" panose="020B0604020202020204" charset="0"/>
      <p:regular r:id="rId24"/>
      <p:bold r:id="rId25"/>
      <p:italic r:id="rId26"/>
      <p:boldItalic r:id="rId27"/>
    </p:embeddedFont>
    <p:embeddedFont>
      <p:font typeface="Overpass ExtraLight" panose="020B0604020202020204" charset="0"/>
      <p:regular r:id="rId28"/>
      <p:bold r:id="rId29"/>
      <p:italic r:id="rId30"/>
      <p:boldItalic r:id="rId31"/>
    </p:embeddedFont>
    <p:embeddedFont>
      <p:font typeface="Overpass Light" panose="020B0604020202020204" charset="0"/>
      <p:regular r:id="rId32"/>
      <p:bold r:id="rId33"/>
      <p:italic r:id="rId34"/>
      <p:boldItalic r:id="rId35"/>
    </p:embeddedFont>
    <p:embeddedFont>
      <p:font typeface="Roboto Slab Light" pitchFamily="2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1ef9bf8c7a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1ef9bf8c7a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ef9bf8c7a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ef9bf8c7a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1ef9bf8c7a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1ef9bf8c7a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ef9bf8c7a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1ef9bf8c7a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ef9bf8c7a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ef9bf8c7a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ef9bf8c7a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1ef9bf8c7a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ef9bf8c7a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1ef9bf8c7a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f08edc97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1f08edc97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1f08edc97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1f08edc97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1f08edc97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1f08edc97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1f08edc97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1f08edc97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1f08edc97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1f08edc97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1f08edc97a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1f08edc97a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94450" y="2571750"/>
            <a:ext cx="9308100" cy="258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03225" y="2571750"/>
            <a:ext cx="8940900" cy="2481600"/>
            <a:chOff x="103225" y="2571750"/>
            <a:chExt cx="8940900" cy="24816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103225" y="2571750"/>
              <a:ext cx="0" cy="248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9044125" y="2571750"/>
              <a:ext cx="0" cy="248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103225" y="5053350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" name="Google Shape;16;p2"/>
          <p:cNvSpPr txBox="1"/>
          <p:nvPr/>
        </p:nvSpPr>
        <p:spPr>
          <a:xfrm>
            <a:off x="4697175" y="1320225"/>
            <a:ext cx="3616800" cy="17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5911825" y="2977800"/>
            <a:ext cx="2402100" cy="7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2194775" y="1457250"/>
            <a:ext cx="4754400" cy="22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364775" y="3681600"/>
            <a:ext cx="4417800" cy="3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740500" y="1865638"/>
            <a:ext cx="5473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9042625" y="1877800"/>
            <a:ext cx="2400" cy="111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5;p3"/>
          <p:cNvSpPr txBox="1">
            <a:spLocks noGrp="1"/>
          </p:cNvSpPr>
          <p:nvPr>
            <p:ph type="title" hasCustomPrompt="1"/>
          </p:nvPr>
        </p:nvSpPr>
        <p:spPr>
          <a:xfrm>
            <a:off x="2052200" y="2001425"/>
            <a:ext cx="16632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/>
          </p:nvPr>
        </p:nvSpPr>
        <p:spPr>
          <a:xfrm>
            <a:off x="4454300" y="1753298"/>
            <a:ext cx="4321500" cy="12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sz="96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4468205" y="3131645"/>
            <a:ext cx="3834000" cy="6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50"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3189572" y="-61450"/>
            <a:ext cx="6166500" cy="52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233850" y="1794300"/>
            <a:ext cx="2782800" cy="15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4153278" y="3146801"/>
            <a:ext cx="1837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3906378" y="3458361"/>
            <a:ext cx="20847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6374237" y="580394"/>
            <a:ext cx="19200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6374239" y="883466"/>
            <a:ext cx="2082300" cy="11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6391950" y="1898400"/>
            <a:ext cx="2169300" cy="13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subTitle" idx="1"/>
          </p:nvPr>
        </p:nvSpPr>
        <p:spPr>
          <a:xfrm>
            <a:off x="4863950" y="2269650"/>
            <a:ext cx="3566700" cy="11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863950" y="1696950"/>
            <a:ext cx="383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-152400" y="2736075"/>
            <a:ext cx="5080800" cy="213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" name="Google Shape;55;p8"/>
          <p:cNvCxnSpPr/>
          <p:nvPr/>
        </p:nvCxnSpPr>
        <p:spPr>
          <a:xfrm>
            <a:off x="101775" y="2736075"/>
            <a:ext cx="0" cy="2141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8"/>
          <p:cNvSpPr txBox="1">
            <a:spLocks noGrp="1"/>
          </p:cNvSpPr>
          <p:nvPr>
            <p:ph type="subTitle" idx="1"/>
          </p:nvPr>
        </p:nvSpPr>
        <p:spPr>
          <a:xfrm>
            <a:off x="2540075" y="4178025"/>
            <a:ext cx="2093100" cy="4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2"/>
          </p:nvPr>
        </p:nvSpPr>
        <p:spPr>
          <a:xfrm>
            <a:off x="713225" y="2984199"/>
            <a:ext cx="38586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-116125" y="2561775"/>
            <a:ext cx="9281100" cy="141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2061788" y="723875"/>
            <a:ext cx="5019000" cy="185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 idx="2"/>
          </p:nvPr>
        </p:nvSpPr>
        <p:spPr>
          <a:xfrm>
            <a:off x="2485555" y="2871475"/>
            <a:ext cx="4167600" cy="8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625300" y="1217725"/>
            <a:ext cx="3892200" cy="33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R="508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R="5080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R="50800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R="50800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R="50800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R="50800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R="50800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R="50800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R="50800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2"/>
          </p:nvPr>
        </p:nvSpPr>
        <p:spPr>
          <a:xfrm>
            <a:off x="4571998" y="1217725"/>
            <a:ext cx="3804300" cy="33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8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R="5080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R="50800"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R="50800"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R="50800"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R="50800"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R="50800"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R="50800"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R="50800"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699000" y="428125"/>
            <a:ext cx="7746000" cy="6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ONLY_3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3167950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540600" y="1898400"/>
            <a:ext cx="2169300" cy="13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3868989" y="2334485"/>
            <a:ext cx="18744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2"/>
          </p:nvPr>
        </p:nvSpPr>
        <p:spPr>
          <a:xfrm>
            <a:off x="3868989" y="2707169"/>
            <a:ext cx="18744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3"/>
          </p:nvPr>
        </p:nvSpPr>
        <p:spPr>
          <a:xfrm>
            <a:off x="6075725" y="2334485"/>
            <a:ext cx="18744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4"/>
          </p:nvPr>
        </p:nvSpPr>
        <p:spPr>
          <a:xfrm>
            <a:off x="6075725" y="2707169"/>
            <a:ext cx="18744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ONLY_3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-25974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6391941" y="1898400"/>
            <a:ext cx="2169300" cy="13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1"/>
          </p:nvPr>
        </p:nvSpPr>
        <p:spPr>
          <a:xfrm>
            <a:off x="1433564" y="2334485"/>
            <a:ext cx="8778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2"/>
          </p:nvPr>
        </p:nvSpPr>
        <p:spPr>
          <a:xfrm>
            <a:off x="935264" y="2705684"/>
            <a:ext cx="18744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3"/>
          </p:nvPr>
        </p:nvSpPr>
        <p:spPr>
          <a:xfrm>
            <a:off x="3892018" y="2327453"/>
            <a:ext cx="8778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4"/>
          </p:nvPr>
        </p:nvSpPr>
        <p:spPr>
          <a:xfrm>
            <a:off x="3393718" y="2705684"/>
            <a:ext cx="18744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625300" y="323675"/>
            <a:ext cx="78054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1_1">
    <p:bg>
      <p:bgPr>
        <a:solidFill>
          <a:schemeClr val="dk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4876902" y="1200650"/>
            <a:ext cx="317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489900" y="2183550"/>
            <a:ext cx="2270700" cy="7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609547" y="378511"/>
            <a:ext cx="3946800" cy="13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491400" y="1929600"/>
            <a:ext cx="2267700" cy="12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2897" y="-49925"/>
            <a:ext cx="9144000" cy="5208300"/>
          </a:xfrm>
          <a:prstGeom prst="rect">
            <a:avLst/>
          </a:prstGeom>
          <a:solidFill>
            <a:schemeClr val="dk1">
              <a:alpha val="648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2724150" y="0"/>
            <a:ext cx="3695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130" name="Google Shape;130;p22"/>
          <p:cNvCxnSpPr/>
          <p:nvPr/>
        </p:nvCxnSpPr>
        <p:spPr>
          <a:xfrm>
            <a:off x="2703648" y="106200"/>
            <a:ext cx="3811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22"/>
          <p:cNvCxnSpPr/>
          <p:nvPr/>
        </p:nvCxnSpPr>
        <p:spPr>
          <a:xfrm>
            <a:off x="2703648" y="5037300"/>
            <a:ext cx="3811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2724150" y="354084"/>
            <a:ext cx="3695700" cy="7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625275" y="374693"/>
            <a:ext cx="3852000" cy="72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 idx="2" hasCustomPrompt="1"/>
          </p:nvPr>
        </p:nvSpPr>
        <p:spPr>
          <a:xfrm>
            <a:off x="2042990" y="1354938"/>
            <a:ext cx="9660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1"/>
          </p:nvPr>
        </p:nvSpPr>
        <p:spPr>
          <a:xfrm>
            <a:off x="1588790" y="1916625"/>
            <a:ext cx="18744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3"/>
          </p:nvPr>
        </p:nvSpPr>
        <p:spPr>
          <a:xfrm>
            <a:off x="1465040" y="2195840"/>
            <a:ext cx="21219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title" idx="4" hasCustomPrompt="1"/>
          </p:nvPr>
        </p:nvSpPr>
        <p:spPr>
          <a:xfrm>
            <a:off x="4542225" y="1354938"/>
            <a:ext cx="9660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5"/>
          </p:nvPr>
        </p:nvSpPr>
        <p:spPr>
          <a:xfrm>
            <a:off x="4088025" y="1908702"/>
            <a:ext cx="1874400" cy="28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6"/>
          </p:nvPr>
        </p:nvSpPr>
        <p:spPr>
          <a:xfrm>
            <a:off x="3852975" y="2195840"/>
            <a:ext cx="23445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title" idx="7" hasCustomPrompt="1"/>
          </p:nvPr>
        </p:nvSpPr>
        <p:spPr>
          <a:xfrm>
            <a:off x="6994306" y="1354938"/>
            <a:ext cx="9660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8"/>
          </p:nvPr>
        </p:nvSpPr>
        <p:spPr>
          <a:xfrm>
            <a:off x="6541456" y="1908693"/>
            <a:ext cx="1871700" cy="28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9"/>
          </p:nvPr>
        </p:nvSpPr>
        <p:spPr>
          <a:xfrm>
            <a:off x="6343756" y="2195840"/>
            <a:ext cx="22671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title" idx="13" hasCustomPrompt="1"/>
          </p:nvPr>
        </p:nvSpPr>
        <p:spPr>
          <a:xfrm>
            <a:off x="2042990" y="3241327"/>
            <a:ext cx="9660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14"/>
          </p:nvPr>
        </p:nvSpPr>
        <p:spPr>
          <a:xfrm>
            <a:off x="1588790" y="3830925"/>
            <a:ext cx="18744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ubTitle" idx="15"/>
          </p:nvPr>
        </p:nvSpPr>
        <p:spPr>
          <a:xfrm>
            <a:off x="1465040" y="4089824"/>
            <a:ext cx="21219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title" idx="16" hasCustomPrompt="1"/>
          </p:nvPr>
        </p:nvSpPr>
        <p:spPr>
          <a:xfrm>
            <a:off x="4542225" y="3241327"/>
            <a:ext cx="9660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17"/>
          </p:nvPr>
        </p:nvSpPr>
        <p:spPr>
          <a:xfrm>
            <a:off x="4089375" y="3830925"/>
            <a:ext cx="18717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subTitle" idx="18"/>
          </p:nvPr>
        </p:nvSpPr>
        <p:spPr>
          <a:xfrm>
            <a:off x="3919575" y="4091377"/>
            <a:ext cx="22113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title" idx="19" hasCustomPrompt="1"/>
          </p:nvPr>
        </p:nvSpPr>
        <p:spPr>
          <a:xfrm>
            <a:off x="6994306" y="3241327"/>
            <a:ext cx="9660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20"/>
          </p:nvPr>
        </p:nvSpPr>
        <p:spPr>
          <a:xfrm>
            <a:off x="6541456" y="3830925"/>
            <a:ext cx="18717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21"/>
          </p:nvPr>
        </p:nvSpPr>
        <p:spPr>
          <a:xfrm>
            <a:off x="6371656" y="4091377"/>
            <a:ext cx="22113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4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678626" y="323575"/>
            <a:ext cx="7795500" cy="7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ubTitle" idx="1"/>
          </p:nvPr>
        </p:nvSpPr>
        <p:spPr>
          <a:xfrm>
            <a:off x="1129018" y="1419022"/>
            <a:ext cx="18744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2"/>
          </p:nvPr>
        </p:nvSpPr>
        <p:spPr>
          <a:xfrm>
            <a:off x="1005268" y="1701365"/>
            <a:ext cx="21219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subTitle" idx="3"/>
          </p:nvPr>
        </p:nvSpPr>
        <p:spPr>
          <a:xfrm>
            <a:off x="3549953" y="1414222"/>
            <a:ext cx="1874400" cy="28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subTitle" idx="4"/>
          </p:nvPr>
        </p:nvSpPr>
        <p:spPr>
          <a:xfrm>
            <a:off x="3426503" y="1701365"/>
            <a:ext cx="21213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subTitle" idx="5"/>
          </p:nvPr>
        </p:nvSpPr>
        <p:spPr>
          <a:xfrm>
            <a:off x="6059184" y="1414222"/>
            <a:ext cx="1871700" cy="28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subTitle" idx="6"/>
          </p:nvPr>
        </p:nvSpPr>
        <p:spPr>
          <a:xfrm>
            <a:off x="5883984" y="1701365"/>
            <a:ext cx="2222100" cy="4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7"/>
          </p:nvPr>
        </p:nvSpPr>
        <p:spPr>
          <a:xfrm>
            <a:off x="1129018" y="2684950"/>
            <a:ext cx="18744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ubTitle" idx="8"/>
          </p:nvPr>
        </p:nvSpPr>
        <p:spPr>
          <a:xfrm>
            <a:off x="1005268" y="2947812"/>
            <a:ext cx="21219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9"/>
          </p:nvPr>
        </p:nvSpPr>
        <p:spPr>
          <a:xfrm>
            <a:off x="3551303" y="2684950"/>
            <a:ext cx="18717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13"/>
          </p:nvPr>
        </p:nvSpPr>
        <p:spPr>
          <a:xfrm>
            <a:off x="3426503" y="2949365"/>
            <a:ext cx="21213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14"/>
          </p:nvPr>
        </p:nvSpPr>
        <p:spPr>
          <a:xfrm>
            <a:off x="6059184" y="2684950"/>
            <a:ext cx="18717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ubTitle" idx="15"/>
          </p:nvPr>
        </p:nvSpPr>
        <p:spPr>
          <a:xfrm>
            <a:off x="5934384" y="2949365"/>
            <a:ext cx="2121300" cy="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2766683" y="357561"/>
            <a:ext cx="5559600" cy="448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1"/>
          </p:nvPr>
        </p:nvSpPr>
        <p:spPr>
          <a:xfrm>
            <a:off x="3845043" y="1000523"/>
            <a:ext cx="1627500" cy="2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subTitle" idx="2"/>
          </p:nvPr>
        </p:nvSpPr>
        <p:spPr>
          <a:xfrm>
            <a:off x="3845043" y="1263389"/>
            <a:ext cx="16455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3"/>
          </p:nvPr>
        </p:nvSpPr>
        <p:spPr>
          <a:xfrm>
            <a:off x="3845043" y="3088289"/>
            <a:ext cx="1627500" cy="2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ubTitle" idx="4"/>
          </p:nvPr>
        </p:nvSpPr>
        <p:spPr>
          <a:xfrm>
            <a:off x="6411818" y="1263378"/>
            <a:ext cx="16455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5"/>
          </p:nvPr>
        </p:nvSpPr>
        <p:spPr>
          <a:xfrm>
            <a:off x="6411068" y="999173"/>
            <a:ext cx="1629000" cy="2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subTitle" idx="6"/>
          </p:nvPr>
        </p:nvSpPr>
        <p:spPr>
          <a:xfrm>
            <a:off x="3845043" y="3350418"/>
            <a:ext cx="16494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7"/>
          </p:nvPr>
        </p:nvSpPr>
        <p:spPr>
          <a:xfrm>
            <a:off x="6411818" y="3088289"/>
            <a:ext cx="1627500" cy="2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ubTitle" idx="8"/>
          </p:nvPr>
        </p:nvSpPr>
        <p:spPr>
          <a:xfrm>
            <a:off x="6411818" y="3351760"/>
            <a:ext cx="16455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696450" y="1555800"/>
            <a:ext cx="18576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6">
  <p:cSld name="CUSTOM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subTitle" idx="1"/>
          </p:nvPr>
        </p:nvSpPr>
        <p:spPr>
          <a:xfrm>
            <a:off x="4800600" y="740624"/>
            <a:ext cx="1627500" cy="2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subTitle" idx="2"/>
          </p:nvPr>
        </p:nvSpPr>
        <p:spPr>
          <a:xfrm>
            <a:off x="4800600" y="1098397"/>
            <a:ext cx="34050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subTitle" idx="3"/>
          </p:nvPr>
        </p:nvSpPr>
        <p:spPr>
          <a:xfrm>
            <a:off x="4800600" y="3611735"/>
            <a:ext cx="1627500" cy="2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4"/>
          </p:nvPr>
        </p:nvSpPr>
        <p:spPr>
          <a:xfrm>
            <a:off x="4800600" y="2060915"/>
            <a:ext cx="3401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5"/>
          </p:nvPr>
        </p:nvSpPr>
        <p:spPr>
          <a:xfrm>
            <a:off x="4800600" y="1698951"/>
            <a:ext cx="1629000" cy="2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6"/>
          </p:nvPr>
        </p:nvSpPr>
        <p:spPr>
          <a:xfrm>
            <a:off x="4800600" y="3970871"/>
            <a:ext cx="3401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603150" y="1892800"/>
            <a:ext cx="2044200" cy="11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subTitle" idx="7"/>
          </p:nvPr>
        </p:nvSpPr>
        <p:spPr>
          <a:xfrm>
            <a:off x="4800600" y="3020457"/>
            <a:ext cx="3401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subTitle" idx="8"/>
          </p:nvPr>
        </p:nvSpPr>
        <p:spPr>
          <a:xfrm>
            <a:off x="4800600" y="2658653"/>
            <a:ext cx="1629000" cy="2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 2">
  <p:cSld name="CUSTOM_1_1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/>
          <p:nvPr/>
        </p:nvSpPr>
        <p:spPr>
          <a:xfrm>
            <a:off x="0" y="2571750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9" name="Google Shape;199;p27"/>
          <p:cNvSpPr txBox="1">
            <a:spLocks noGrp="1"/>
          </p:cNvSpPr>
          <p:nvPr>
            <p:ph type="subTitle" idx="1"/>
          </p:nvPr>
        </p:nvSpPr>
        <p:spPr>
          <a:xfrm>
            <a:off x="3878479" y="3404434"/>
            <a:ext cx="13806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2"/>
          </p:nvPr>
        </p:nvSpPr>
        <p:spPr>
          <a:xfrm>
            <a:off x="3621679" y="3707085"/>
            <a:ext cx="1894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3"/>
          </p:nvPr>
        </p:nvSpPr>
        <p:spPr>
          <a:xfrm>
            <a:off x="1160379" y="3404434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2" name="Google Shape;202;p27"/>
          <p:cNvSpPr txBox="1">
            <a:spLocks noGrp="1"/>
          </p:cNvSpPr>
          <p:nvPr>
            <p:ph type="subTitle" idx="4"/>
          </p:nvPr>
        </p:nvSpPr>
        <p:spPr>
          <a:xfrm>
            <a:off x="6347879" y="3707085"/>
            <a:ext cx="1892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27"/>
          <p:cNvSpPr txBox="1">
            <a:spLocks noGrp="1"/>
          </p:cNvSpPr>
          <p:nvPr>
            <p:ph type="subTitle" idx="5"/>
          </p:nvPr>
        </p:nvSpPr>
        <p:spPr>
          <a:xfrm>
            <a:off x="6607154" y="3403984"/>
            <a:ext cx="1380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4" name="Google Shape;204;p27"/>
          <p:cNvSpPr txBox="1">
            <a:spLocks noGrp="1"/>
          </p:cNvSpPr>
          <p:nvPr>
            <p:ph type="subTitle" idx="6"/>
          </p:nvPr>
        </p:nvSpPr>
        <p:spPr>
          <a:xfrm>
            <a:off x="903429" y="3707085"/>
            <a:ext cx="1892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1092825" y="316735"/>
            <a:ext cx="6951900" cy="6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" name="Google Shape;207;p27"/>
          <p:cNvGrpSpPr/>
          <p:nvPr/>
        </p:nvGrpSpPr>
        <p:grpSpPr>
          <a:xfrm>
            <a:off x="101550" y="2571913"/>
            <a:ext cx="8941926" cy="2465867"/>
            <a:chOff x="101550" y="4001975"/>
            <a:chExt cx="8941926" cy="1035600"/>
          </a:xfrm>
        </p:grpSpPr>
        <p:cxnSp>
          <p:nvCxnSpPr>
            <p:cNvPr id="208" name="Google Shape;208;p27"/>
            <p:cNvCxnSpPr/>
            <p:nvPr/>
          </p:nvCxnSpPr>
          <p:spPr>
            <a:xfrm>
              <a:off x="102576" y="5037402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7"/>
            <p:cNvCxnSpPr/>
            <p:nvPr/>
          </p:nvCxnSpPr>
          <p:spPr>
            <a:xfrm>
              <a:off x="9042449" y="4001975"/>
              <a:ext cx="0" cy="1035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27"/>
            <p:cNvCxnSpPr/>
            <p:nvPr/>
          </p:nvCxnSpPr>
          <p:spPr>
            <a:xfrm>
              <a:off x="101550" y="4001975"/>
              <a:ext cx="0" cy="1035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1" name="Google Shape;211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2">
  <p:cSld name="CUSTOM_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>
            <a:spLocks noGrp="1"/>
          </p:cNvSpPr>
          <p:nvPr>
            <p:ph type="subTitle" idx="1"/>
          </p:nvPr>
        </p:nvSpPr>
        <p:spPr>
          <a:xfrm>
            <a:off x="1097425" y="1419650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8"/>
          <p:cNvSpPr txBox="1">
            <a:spLocks noGrp="1"/>
          </p:cNvSpPr>
          <p:nvPr>
            <p:ph type="subTitle" idx="2"/>
          </p:nvPr>
        </p:nvSpPr>
        <p:spPr>
          <a:xfrm>
            <a:off x="491125" y="1770605"/>
            <a:ext cx="19851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28"/>
          <p:cNvSpPr txBox="1">
            <a:spLocks noGrp="1"/>
          </p:cNvSpPr>
          <p:nvPr>
            <p:ph type="subTitle" idx="3"/>
          </p:nvPr>
        </p:nvSpPr>
        <p:spPr>
          <a:xfrm>
            <a:off x="1097425" y="2669875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ubTitle" idx="4"/>
          </p:nvPr>
        </p:nvSpPr>
        <p:spPr>
          <a:xfrm>
            <a:off x="492025" y="3022471"/>
            <a:ext cx="1984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subTitle" idx="5"/>
          </p:nvPr>
        </p:nvSpPr>
        <p:spPr>
          <a:xfrm>
            <a:off x="6688052" y="1419650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subTitle" idx="6"/>
          </p:nvPr>
        </p:nvSpPr>
        <p:spPr>
          <a:xfrm>
            <a:off x="6688052" y="1767956"/>
            <a:ext cx="19851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7"/>
          </p:nvPr>
        </p:nvSpPr>
        <p:spPr>
          <a:xfrm>
            <a:off x="6668083" y="2667313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subTitle" idx="8"/>
          </p:nvPr>
        </p:nvSpPr>
        <p:spPr>
          <a:xfrm>
            <a:off x="6668083" y="3023302"/>
            <a:ext cx="1984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2680670" y="442691"/>
            <a:ext cx="3834300" cy="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3">
  <p:cSld name="CUSTOM_2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subTitle" idx="1"/>
          </p:nvPr>
        </p:nvSpPr>
        <p:spPr>
          <a:xfrm>
            <a:off x="3892017" y="1621113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subTitle" idx="2"/>
          </p:nvPr>
        </p:nvSpPr>
        <p:spPr>
          <a:xfrm>
            <a:off x="669289" y="1492789"/>
            <a:ext cx="17631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subTitle" idx="3"/>
          </p:nvPr>
        </p:nvSpPr>
        <p:spPr>
          <a:xfrm>
            <a:off x="3882600" y="2739825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subTitle" idx="4"/>
          </p:nvPr>
        </p:nvSpPr>
        <p:spPr>
          <a:xfrm>
            <a:off x="667489" y="2603622"/>
            <a:ext cx="1764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ubTitle" idx="5"/>
          </p:nvPr>
        </p:nvSpPr>
        <p:spPr>
          <a:xfrm>
            <a:off x="3892017" y="2179013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ubTitle" idx="6"/>
          </p:nvPr>
        </p:nvSpPr>
        <p:spPr>
          <a:xfrm>
            <a:off x="6711611" y="2024790"/>
            <a:ext cx="1764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subTitle" idx="7"/>
          </p:nvPr>
        </p:nvSpPr>
        <p:spPr>
          <a:xfrm>
            <a:off x="3882600" y="3293614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subTitle" idx="8"/>
          </p:nvPr>
        </p:nvSpPr>
        <p:spPr>
          <a:xfrm>
            <a:off x="6711611" y="3175052"/>
            <a:ext cx="1764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2654850" y="321157"/>
            <a:ext cx="3834300" cy="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4">
  <p:cSld name="CUSTOM_2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0" y="2565177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239" name="Google Shape;239;p30"/>
          <p:cNvGrpSpPr/>
          <p:nvPr/>
        </p:nvGrpSpPr>
        <p:grpSpPr>
          <a:xfrm>
            <a:off x="101550" y="2565175"/>
            <a:ext cx="8941926" cy="2472300"/>
            <a:chOff x="101550" y="2565175"/>
            <a:chExt cx="8941926" cy="2472300"/>
          </a:xfrm>
        </p:grpSpPr>
        <p:cxnSp>
          <p:nvCxnSpPr>
            <p:cNvPr id="240" name="Google Shape;240;p30"/>
            <p:cNvCxnSpPr/>
            <p:nvPr/>
          </p:nvCxnSpPr>
          <p:spPr>
            <a:xfrm>
              <a:off x="102576" y="5037300"/>
              <a:ext cx="8940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30"/>
            <p:cNvCxnSpPr/>
            <p:nvPr/>
          </p:nvCxnSpPr>
          <p:spPr>
            <a:xfrm>
              <a:off x="9042450" y="2565175"/>
              <a:ext cx="0" cy="2472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30"/>
            <p:cNvCxnSpPr/>
            <p:nvPr/>
          </p:nvCxnSpPr>
          <p:spPr>
            <a:xfrm>
              <a:off x="101550" y="2565175"/>
              <a:ext cx="0" cy="2472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3" name="Google Shape;243;p30"/>
          <p:cNvSpPr txBox="1">
            <a:spLocks noGrp="1"/>
          </p:cNvSpPr>
          <p:nvPr>
            <p:ph type="subTitle" idx="1"/>
          </p:nvPr>
        </p:nvSpPr>
        <p:spPr>
          <a:xfrm>
            <a:off x="656175" y="3176932"/>
            <a:ext cx="17631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2"/>
          </p:nvPr>
        </p:nvSpPr>
        <p:spPr>
          <a:xfrm>
            <a:off x="2683325" y="3176932"/>
            <a:ext cx="17649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subTitle" idx="3"/>
          </p:nvPr>
        </p:nvSpPr>
        <p:spPr>
          <a:xfrm>
            <a:off x="6725625" y="3176932"/>
            <a:ext cx="17649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30"/>
          <p:cNvSpPr txBox="1">
            <a:spLocks noGrp="1"/>
          </p:cNvSpPr>
          <p:nvPr>
            <p:ph type="subTitle" idx="4"/>
          </p:nvPr>
        </p:nvSpPr>
        <p:spPr>
          <a:xfrm>
            <a:off x="4710283" y="3176932"/>
            <a:ext cx="17649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title"/>
          </p:nvPr>
        </p:nvSpPr>
        <p:spPr>
          <a:xfrm>
            <a:off x="1782363" y="321150"/>
            <a:ext cx="5580300" cy="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 5">
  <p:cSld name="CUSTOM_2_2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1"/>
          <p:cNvSpPr/>
          <p:nvPr/>
        </p:nvSpPr>
        <p:spPr>
          <a:xfrm rot="-5400000">
            <a:off x="791250" y="1657225"/>
            <a:ext cx="2261700" cy="381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52" name="Google Shape;252;p31"/>
          <p:cNvSpPr/>
          <p:nvPr/>
        </p:nvSpPr>
        <p:spPr>
          <a:xfrm rot="-5400000">
            <a:off x="6100626" y="-249300"/>
            <a:ext cx="2261700" cy="384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53" name="Google Shape;253;p31"/>
          <p:cNvCxnSpPr/>
          <p:nvPr/>
        </p:nvCxnSpPr>
        <p:spPr>
          <a:xfrm rot="10800000">
            <a:off x="102175" y="2435250"/>
            <a:ext cx="0" cy="225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1"/>
          <p:cNvCxnSpPr/>
          <p:nvPr/>
        </p:nvCxnSpPr>
        <p:spPr>
          <a:xfrm rot="10800000">
            <a:off x="9042450" y="542550"/>
            <a:ext cx="0" cy="225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p31"/>
          <p:cNvSpPr txBox="1">
            <a:spLocks noGrp="1"/>
          </p:cNvSpPr>
          <p:nvPr>
            <p:ph type="subTitle" idx="1"/>
          </p:nvPr>
        </p:nvSpPr>
        <p:spPr>
          <a:xfrm>
            <a:off x="638712" y="3634414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subTitle" idx="2"/>
          </p:nvPr>
        </p:nvSpPr>
        <p:spPr>
          <a:xfrm>
            <a:off x="638700" y="2930924"/>
            <a:ext cx="28245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ubTitle" idx="3"/>
          </p:nvPr>
        </p:nvSpPr>
        <p:spPr>
          <a:xfrm>
            <a:off x="638712" y="2647300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subTitle" idx="4"/>
          </p:nvPr>
        </p:nvSpPr>
        <p:spPr>
          <a:xfrm>
            <a:off x="638700" y="3917821"/>
            <a:ext cx="28254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31"/>
          <p:cNvSpPr txBox="1">
            <a:spLocks noGrp="1"/>
          </p:cNvSpPr>
          <p:nvPr>
            <p:ph type="subTitle" idx="5"/>
          </p:nvPr>
        </p:nvSpPr>
        <p:spPr>
          <a:xfrm>
            <a:off x="5659138" y="686824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0" name="Google Shape;260;p31"/>
          <p:cNvSpPr txBox="1">
            <a:spLocks noGrp="1"/>
          </p:cNvSpPr>
          <p:nvPr>
            <p:ph type="subTitle" idx="6"/>
          </p:nvPr>
        </p:nvSpPr>
        <p:spPr>
          <a:xfrm>
            <a:off x="5659138" y="1954454"/>
            <a:ext cx="28254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subTitle" idx="7"/>
          </p:nvPr>
        </p:nvSpPr>
        <p:spPr>
          <a:xfrm>
            <a:off x="5659138" y="1673389"/>
            <a:ext cx="13788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ubTitle" idx="8"/>
          </p:nvPr>
        </p:nvSpPr>
        <p:spPr>
          <a:xfrm>
            <a:off x="5659138" y="969710"/>
            <a:ext cx="28254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title"/>
          </p:nvPr>
        </p:nvSpPr>
        <p:spPr>
          <a:xfrm>
            <a:off x="614437" y="321594"/>
            <a:ext cx="3834300" cy="5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/>
          <p:nvPr/>
        </p:nvSpPr>
        <p:spPr>
          <a:xfrm>
            <a:off x="125200" y="106200"/>
            <a:ext cx="8940900" cy="493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2662900" y="1745225"/>
            <a:ext cx="3865500" cy="346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2"/>
          <p:cNvSpPr txBox="1"/>
          <p:nvPr/>
        </p:nvSpPr>
        <p:spPr>
          <a:xfrm>
            <a:off x="3072000" y="3765794"/>
            <a:ext cx="30000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CREDITS: This presentation template was created by</a:t>
            </a:r>
            <a:r>
              <a:rPr lang="en" sz="1100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Slidesgo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, including icons by </a:t>
            </a:r>
            <a:r>
              <a:rPr lang="en" sz="1100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Flaticon,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 and infographics &amp; images by </a:t>
            </a:r>
            <a:r>
              <a:rPr lang="en" sz="1100" b="1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Freepik. </a:t>
            </a:r>
            <a:endParaRPr sz="1100" b="1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69" name="Google Shape;269;p32"/>
          <p:cNvSpPr txBox="1">
            <a:spLocks noGrp="1"/>
          </p:cNvSpPr>
          <p:nvPr>
            <p:ph type="title"/>
          </p:nvPr>
        </p:nvSpPr>
        <p:spPr>
          <a:xfrm>
            <a:off x="2680525" y="663091"/>
            <a:ext cx="3834300" cy="10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subTitle" idx="1"/>
          </p:nvPr>
        </p:nvSpPr>
        <p:spPr>
          <a:xfrm>
            <a:off x="2773100" y="1898029"/>
            <a:ext cx="3571500" cy="12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271" name="Google Shape;271;p32"/>
          <p:cNvCxnSpPr/>
          <p:nvPr/>
        </p:nvCxnSpPr>
        <p:spPr>
          <a:xfrm>
            <a:off x="2661313" y="5037300"/>
            <a:ext cx="3872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Bebas Neue"/>
              <a:buNone/>
              <a:defRPr sz="43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"/>
              <a:buChar char="●"/>
              <a:defRPr sz="18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Android Intents</a:t>
            </a:r>
            <a:endParaRPr b="1" dirty="0"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i="1"/>
          </a:p>
        </p:txBody>
      </p:sp>
      <p:sp>
        <p:nvSpPr>
          <p:cNvPr id="283" name="Google Shape;28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A7B9A6F-9106-7E2D-11FD-0B5B592CBF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Create an app that launches a web page.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Create an app that launches another activity on  a button click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Create an app that takes two numbers from the user and displays its sum on the next activity.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6B36F4-8E9C-755C-2D82-0E36B55B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ANDROID INTENTS - exercises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8DEDD-D8F7-B68C-4A66-04F92E6173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0664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6512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50"/>
              <a:buFont typeface="Times New Roman"/>
              <a:buChar char="❏"/>
            </a:pPr>
            <a:r>
              <a:rPr lang="en" sz="2150" b="1" i="1" dirty="0">
                <a:latin typeface="Times New Roman"/>
                <a:ea typeface="Times New Roman"/>
                <a:cs typeface="Times New Roman"/>
                <a:sym typeface="Times New Roman"/>
              </a:rPr>
              <a:t>Android Intents: </a:t>
            </a:r>
            <a:r>
              <a:rPr lang="en" sz="2150" dirty="0">
                <a:latin typeface="Times New Roman"/>
                <a:ea typeface="Times New Roman"/>
                <a:cs typeface="Times New Roman"/>
                <a:sym typeface="Times New Roman"/>
              </a:rPr>
              <a:t>Mechanism by which one activity can trigger the launch of another activity.</a:t>
            </a:r>
            <a:endParaRPr sz="21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512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50"/>
              <a:buFont typeface="Times New Roman"/>
              <a:buChar char="❏"/>
            </a:pPr>
            <a:r>
              <a:rPr lang="en" sz="2150" i="1" dirty="0">
                <a:latin typeface="Times New Roman"/>
                <a:ea typeface="Times New Roman"/>
                <a:cs typeface="Times New Roman"/>
                <a:sym typeface="Times New Roman"/>
              </a:rPr>
              <a:t>android.content.Intent (Import this class)</a:t>
            </a:r>
            <a:endParaRPr sz="2150"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5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Android IntentS</a:t>
            </a:r>
            <a:endParaRPr dirty="0"/>
          </a:p>
        </p:txBody>
      </p:sp>
      <p:sp>
        <p:nvSpPr>
          <p:cNvPr id="290" name="Google Shape;290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Intents also allow for the transfer of data from the sending activity to the receiving activity.</a:t>
            </a: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Overview of Android IntentS</a:t>
            </a:r>
            <a:endParaRPr/>
          </a:p>
        </p:txBody>
      </p:sp>
      <p:sp>
        <p:nvSpPr>
          <p:cNvPr id="304" name="Google Shape;304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41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" sz="1850" i="1" dirty="0">
                <a:latin typeface="Times New Roman"/>
                <a:ea typeface="Times New Roman"/>
                <a:cs typeface="Times New Roman"/>
                <a:sym typeface="Times New Roman"/>
              </a:rPr>
              <a:t>explicit intent</a:t>
            </a: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 requests the launch of a specific activity by referencing the </a:t>
            </a:r>
            <a:r>
              <a:rPr lang="en" sz="1850" i="1" dirty="0">
                <a:latin typeface="Times New Roman"/>
                <a:ea typeface="Times New Roman"/>
                <a:cs typeface="Times New Roman"/>
                <a:sym typeface="Times New Roman"/>
              </a:rPr>
              <a:t>component name</a:t>
            </a: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 (which is actually the class name) of the target activity. </a:t>
            </a:r>
          </a:p>
          <a:p>
            <a:pPr marL="73025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50"/>
            </a:pP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41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Most common when launching an activity residing in the same application as the sending activity.</a:t>
            </a: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38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Explicit Intents</a:t>
            </a:r>
            <a:endParaRPr/>
          </a:p>
        </p:txBody>
      </p:sp>
      <p:sp>
        <p:nvSpPr>
          <p:cNvPr id="311" name="Google Shape;311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Intent i = new Intent(this, ActivityB.class);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startActivity(i);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9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Explicit Intents</a:t>
            </a:r>
            <a:endParaRPr/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Intent i = new Intent(this, ActivityB.class);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i.putExtra("myString", "This is a message for ActivityB");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i.putExtra("myInt", 100);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startActivity(i);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40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Explicit Intents- </a:t>
            </a:r>
            <a:r>
              <a:rPr lang="en-IN" dirty="0"/>
              <a:t>Pass</a:t>
            </a:r>
            <a:r>
              <a:rPr lang="en" dirty="0"/>
              <a:t> VALUES TO RECEIVING ACTIVITY</a:t>
            </a:r>
            <a:endParaRPr dirty="0"/>
          </a:p>
        </p:txBody>
      </p:sp>
      <p:sp>
        <p:nvSpPr>
          <p:cNvPr id="325" name="Google Shape;325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To extract the data values passed to ActivityB: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Bundle extras = getIntent().getExtras();</a:t>
            </a: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if (extras != null) {</a:t>
            </a: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String myString = extras.getString("myString");</a:t>
            </a: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int myInt = extras.getInt("myInt");</a:t>
            </a: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41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Explicit Intents</a:t>
            </a:r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Implicit intents identify the activity to be launched by specifying the </a:t>
            </a:r>
            <a:r>
              <a:rPr lang="en" sz="185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to be performed</a:t>
            </a: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 and the </a:t>
            </a:r>
            <a:r>
              <a:rPr lang="en" sz="185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data to be handled</a:t>
            </a: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 by the receiving activity.</a:t>
            </a: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Example: load a web page</a:t>
            </a: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An action type of ACTION_VIEW accompanied by the URL of a web page in the form of a URI object will instruct the Android system to search for, and subsequently launch, a web browser capable activity.</a:t>
            </a: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Intent intent = new Intent(Intent.ACTION_VIEW, Uri.parse("http://www.ebookfrenzy.com"));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 dirty="0">
                <a:latin typeface="Times New Roman"/>
                <a:ea typeface="Times New Roman"/>
                <a:cs typeface="Times New Roman"/>
                <a:sym typeface="Times New Roman"/>
              </a:rPr>
              <a:t>startActivity(intent);</a:t>
            </a:r>
            <a:endParaRPr sz="1850" b="1"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49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Implicit Intents</a:t>
            </a:r>
            <a:endParaRPr/>
          </a:p>
        </p:txBody>
      </p:sp>
      <p:sp>
        <p:nvSpPr>
          <p:cNvPr id="389" name="Google Shape;389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When the above implicit intent is issued by an activity, the Android system will search for activities on the device that have registered the ability to handle ACTION_VIEW requests on </a:t>
            </a:r>
            <a:r>
              <a:rPr lang="en" sz="1850" i="1" dirty="0">
                <a:latin typeface="Times New Roman"/>
                <a:ea typeface="Times New Roman"/>
                <a:cs typeface="Times New Roman"/>
                <a:sym typeface="Times New Roman"/>
              </a:rPr>
              <a:t>http</a:t>
            </a: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 scheme data </a:t>
            </a: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Using a process referred to as </a:t>
            </a:r>
            <a:r>
              <a:rPr lang="en" sz="185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intent resolution</a:t>
            </a:r>
            <a:r>
              <a:rPr lang="en" sz="185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5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50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Implicit Intents</a:t>
            </a:r>
            <a:endParaRPr/>
          </a:p>
        </p:txBody>
      </p:sp>
      <p:sp>
        <p:nvSpPr>
          <p:cNvPr id="396" name="Google Shape;396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Intent filters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are the mechanism by which activities “advertise” supported actions and data handling capabilities to the Android intent resolution process.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An activity capable of displaying web pages would include an intent filter section in its manifest file indicating support for the ACTION_VIEW type of intent requests on http scheme data.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Both the sending and receiving activities must have requested permission for the type of action to be performed.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Achieved by adding </a:t>
            </a:r>
            <a:r>
              <a:rPr lang="en" sz="1850" i="1">
                <a:latin typeface="Times New Roman"/>
                <a:ea typeface="Times New Roman"/>
                <a:cs typeface="Times New Roman"/>
                <a:sym typeface="Times New Roman"/>
              </a:rPr>
              <a:t>&lt;uses-permission&gt;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 tags to the manifest files of both activities.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51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Intent Filters</a:t>
            </a:r>
            <a:endParaRPr/>
          </a:p>
        </p:txBody>
      </p:sp>
      <p:sp>
        <p:nvSpPr>
          <p:cNvPr id="403" name="Google Shape;403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Following manifest lines request permission to access the internet and contacts database: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&lt;uses-permission android:name="android.permission.READ_CONTACTS" /&gt;</a:t>
            </a: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b="1" i="1">
                <a:latin typeface="Times New Roman"/>
                <a:ea typeface="Times New Roman"/>
                <a:cs typeface="Times New Roman"/>
                <a:sym typeface="Times New Roman"/>
              </a:rPr>
              <a:t>&lt;uses-permission android:name="android.permission.INTERNET"/&gt;</a:t>
            </a: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Char char="❏"/>
            </a:pP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The following </a:t>
            </a:r>
            <a:r>
              <a:rPr lang="en" sz="1850" i="1">
                <a:latin typeface="Times New Roman"/>
                <a:ea typeface="Times New Roman"/>
                <a:cs typeface="Times New Roman"/>
                <a:sym typeface="Times New Roman"/>
              </a:rPr>
              <a:t>AndroidManifest.xml </a:t>
            </a:r>
            <a:r>
              <a:rPr lang="en" sz="1850">
                <a:latin typeface="Times New Roman"/>
                <a:ea typeface="Times New Roman"/>
                <a:cs typeface="Times New Roman"/>
                <a:sym typeface="Times New Roman"/>
              </a:rPr>
              <a:t>file illustrates a configuration for an activity named WebViewActivity with intent filters and permissions enabled for internet access: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52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Intent Filters</a:t>
            </a:r>
            <a:endParaRPr/>
          </a:p>
        </p:txBody>
      </p:sp>
      <p:sp>
        <p:nvSpPr>
          <p:cNvPr id="410" name="Google Shape;410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53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Intent Filters</a:t>
            </a:r>
            <a:endParaRPr/>
          </a:p>
        </p:txBody>
      </p:sp>
      <p:sp>
        <p:nvSpPr>
          <p:cNvPr id="417" name="Google Shape;417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418" name="Google Shape;41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50" y="1104775"/>
            <a:ext cx="7762875" cy="17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700" y="2943575"/>
            <a:ext cx="7115175" cy="13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>
            <a:spLocks noGrp="1"/>
          </p:cNvSpPr>
          <p:nvPr>
            <p:ph type="subTitle" idx="1"/>
          </p:nvPr>
        </p:nvSpPr>
        <p:spPr>
          <a:xfrm>
            <a:off x="621563" y="1104775"/>
            <a:ext cx="7878300" cy="3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50"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54"/>
          <p:cNvSpPr txBox="1">
            <a:spLocks noGrp="1"/>
          </p:cNvSpPr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Intent Filters</a:t>
            </a:r>
            <a:endParaRPr/>
          </a:p>
        </p:txBody>
      </p:sp>
      <p:sp>
        <p:nvSpPr>
          <p:cNvPr id="426" name="Google Shape;426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427" name="Google Shape;4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288" y="1104775"/>
            <a:ext cx="793432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B4FB7FA-0657-C4DD-D77A-B92FF7EF72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https://guides.codepath.com/android/Common-Implicit-Intents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A57A1D-DF9A-3904-DFC1-A123ED014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implicit intents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DF737-7F00-4515-6852-74ACDD637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2571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448" name="Google Shape;448;p57"/>
          <p:cNvSpPr txBox="1">
            <a:spLocks noGrp="1"/>
          </p:cNvSpPr>
          <p:nvPr>
            <p:ph type="ctrTitle"/>
          </p:nvPr>
        </p:nvSpPr>
        <p:spPr>
          <a:xfrm>
            <a:off x="2194800" y="899525"/>
            <a:ext cx="4754400" cy="22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Marketing by Slides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21212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599</Words>
  <Application>Microsoft Office PowerPoint</Application>
  <PresentationFormat>On-screen Show (16:9)</PresentationFormat>
  <Paragraphs>69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Times New Roman</vt:lpstr>
      <vt:lpstr>Overpass ExtraLight</vt:lpstr>
      <vt:lpstr>Roboto Slab Light</vt:lpstr>
      <vt:lpstr>Arial</vt:lpstr>
      <vt:lpstr>Overpass Light</vt:lpstr>
      <vt:lpstr>Fira Sans Extra Condensed Medium</vt:lpstr>
      <vt:lpstr>Overpass</vt:lpstr>
      <vt:lpstr>Bebas Neue</vt:lpstr>
      <vt:lpstr>Minimal Marketing by Slidesgo</vt:lpstr>
      <vt:lpstr>Android Intents</vt:lpstr>
      <vt:lpstr>ANDROID INTENTS - exercises</vt:lpstr>
      <vt:lpstr>Android IntentS</vt:lpstr>
      <vt:lpstr>An Overview of Android IntentS</vt:lpstr>
      <vt:lpstr>Explicit Intents</vt:lpstr>
      <vt:lpstr>Explicit Intents</vt:lpstr>
      <vt:lpstr>Explicit Intents- Pass VALUES TO RECEIVING ACTIVITY</vt:lpstr>
      <vt:lpstr>Explicit Intents</vt:lpstr>
      <vt:lpstr>Implicit Intents</vt:lpstr>
      <vt:lpstr>Implicit Intents</vt:lpstr>
      <vt:lpstr>Using Intent Filters</vt:lpstr>
      <vt:lpstr>Using Intent Filters</vt:lpstr>
      <vt:lpstr>Using Intent Filters</vt:lpstr>
      <vt:lpstr>Using Intent Filters</vt:lpstr>
      <vt:lpstr>Common implicit intents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Febin C Abdul Latheef</dc:creator>
  <cp:lastModifiedBy>Febin C Abdul Latheef</cp:lastModifiedBy>
  <cp:revision>5</cp:revision>
  <dcterms:modified xsi:type="dcterms:W3CDTF">2024-08-01T04:26:00Z</dcterms:modified>
</cp:coreProperties>
</file>