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664C4-C6B0-D3F2-C071-08A27F4BB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94416-FEFB-262B-637C-54E657889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AD2F3-CB28-0E59-3701-C7CFB5DF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8C578-A26B-774D-6990-809340D62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F2756-A468-05D1-F82B-1A4A7932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0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7D28C-DA04-3376-912D-33BD8AFC9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0FFF-FF1B-C941-4505-0763EF023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AAAE3-0D35-B963-5E71-31D60477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A816-1F83-2E23-0976-ED0FF72B9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B9187-0325-829B-C46B-E25166AC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2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551A-CD6A-C027-AA4B-42C583147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E6243-6CDB-67F3-EB62-29B30F4A1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EC26D-CC49-7193-17FE-E88F058B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30C19-0F3F-8079-9BF2-62EDBD0F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18B7C-1BFB-47EF-AC27-B3DCCE0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313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ED7D-0DCE-E5CF-4E8E-152797306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C5956-A3ED-047E-8745-1405FFF0FD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45BA22-3F19-46DA-19E2-2C48B16B4E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9062D-565C-2E46-01E9-1F2D89A2D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44211-67B5-6E12-87FC-4DA715C4D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5EF70A-E2ED-2490-C994-26D81858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771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9FF9-DE4C-4666-6EEF-6652EF202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92E5D-B4A2-0F8A-A8B7-DC8D3CAFD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82A31-21EC-3CD7-A61D-028A3C8A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67AF2-E487-463C-B187-64B10D0B56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FE23D1-05A1-5380-1FBC-CA72605F0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F4CC4-AD3B-5F84-DD31-D0D102689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D9E90-7124-8786-1771-7A987AFE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6F65AA-CDAD-E825-831E-EEA956FB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06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3C316-25F3-2AB4-C2D1-D1532BE1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0F975-9B91-3A91-40DE-30581978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87BE5-A5EC-3FCD-7D73-A95DF29E2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44BCA-41AE-95D5-5FB5-32B0C082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438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2C5A6-B530-9A2F-07A2-6EF6A2E44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4BE1B-8416-330A-1178-7B2AA829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943B2-03B2-76EA-B365-1EFCBBFF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068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6593-CFE8-A5C9-D47A-344FD368F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68075-1CAE-6F19-6642-ABB3235F5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5396A3-7155-0F3A-DA01-CF68DF4CD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920CC-8DF3-D4E4-2324-1315BA58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D84DB-086E-97DF-77BB-2C7A2C42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CD09A-7090-E553-1440-F08A4627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90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8A14-AE0C-98EC-C6E0-EF494970D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679C36-8F7E-0EE1-4EAA-776430DB3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D03A8-07C1-AC08-2F29-B75A06BD4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EC73C-0B27-5B7E-2B3D-E3687DE2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C33FA-2F4C-B08A-53C1-F89B7B875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7D930-151F-65AC-0FBD-94771E55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09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B5520-5EF9-181E-7B04-92ADDD1A5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DA303-1D83-EC5E-408D-93AFC70AF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8FAF4-107B-9B14-DC28-5607E555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FBFAE-5AE6-FF5F-C75B-BBBC8D258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2F2C2-4355-34DF-A5CD-54E275C9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67F78-3B72-6B85-21CD-39520F1E0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275BF-F50D-69F6-8AE7-B68C37D9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9C7B4-5159-2DEB-C46F-7CCEAF6A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F75A3-2087-71CA-21D3-6AACBDF85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0E5C-A046-811C-7452-E0A486FD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117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EEE99-B78F-D019-B5A2-A83F54EDD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2AF2-FE4B-B0E1-9D12-FCEDB5349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DC343-D8B2-D7C9-EF33-1831D574E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F3142-D6A8-44E7-A209-BA8D75F73848}" type="datetimeFigureOut">
              <a:rPr lang="en-IN" smtClean="0"/>
              <a:t>08-08-2024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3FFBA-A6FD-62A3-A58D-85279393E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0628F-8978-6487-86CB-042CFCF2C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26C2B-FBBE-483A-ADB8-5DCB3BDD71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8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7124-9F2D-2D9D-7D0D-577FA8FA8D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Radio Button &amp; Check Boxes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587A6-8AF8-0DF5-7564-165455C882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26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D54F-F827-5163-B94C-6AAE0D3C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75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activity_main.xml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BC65-E962-D67D-FE43-CF6AD3BFD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920"/>
            <a:ext cx="10515600" cy="5293043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327E0-C97B-F6E0-6178-903C7EA7C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03466"/>
            <a:ext cx="6553768" cy="5273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BBAA20-EDB5-A9CD-4BDC-BDCD74C8E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194" y="903466"/>
            <a:ext cx="3670606" cy="507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5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D54F-F827-5163-B94C-6AAE0D3C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7515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activity_main.xml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5BC65-E962-D67D-FE43-CF6AD3BFD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3920"/>
            <a:ext cx="10515600" cy="529304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b="1" dirty="0"/>
              <a:t>Insert a </a:t>
            </a:r>
            <a:r>
              <a:rPr lang="en-IN" b="1" dirty="0" err="1"/>
              <a:t>RadioGroup</a:t>
            </a:r>
            <a:r>
              <a:rPr lang="en-IN" b="1" dirty="0"/>
              <a:t> from the Palette.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Insert three </a:t>
            </a:r>
            <a:r>
              <a:rPr lang="en-IN" dirty="0" err="1"/>
              <a:t>RadioButton</a:t>
            </a:r>
            <a:r>
              <a:rPr lang="en-IN" dirty="0"/>
              <a:t> into the </a:t>
            </a:r>
            <a:r>
              <a:rPr lang="en-IN" dirty="0" err="1"/>
              <a:t>RadioGroup</a:t>
            </a:r>
            <a:r>
              <a:rPr lang="en-IN" dirty="0"/>
              <a:t> (use drag &amp; drop)</a:t>
            </a:r>
          </a:p>
          <a:p>
            <a:pPr lvl="1" algn="just">
              <a:lnSpc>
                <a:spcPct val="150000"/>
              </a:lnSpc>
            </a:pPr>
            <a:r>
              <a:rPr lang="en-IN" dirty="0" err="1"/>
              <a:t>RadioButton</a:t>
            </a:r>
            <a:r>
              <a:rPr lang="en-IN" dirty="0"/>
              <a:t> enables single selection at a time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Insert two </a:t>
            </a:r>
            <a:r>
              <a:rPr lang="en-IN" b="1" dirty="0" err="1"/>
              <a:t>CheckBox</a:t>
            </a:r>
            <a:r>
              <a:rPr lang="en-IN" b="1" dirty="0"/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Multiple checkboxes can be selected at a time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Insert a Button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Insert an </a:t>
            </a:r>
            <a:r>
              <a:rPr lang="en-IN" b="1" dirty="0" err="1"/>
              <a:t>EditText</a:t>
            </a:r>
            <a:r>
              <a:rPr lang="en-IN" dirty="0"/>
              <a:t> (display values of </a:t>
            </a:r>
            <a:r>
              <a:rPr lang="en-IN" dirty="0" err="1"/>
              <a:t>RadioButton</a:t>
            </a:r>
            <a:r>
              <a:rPr lang="en-IN" dirty="0"/>
              <a:t> and Checkboxes selected)</a:t>
            </a:r>
          </a:p>
        </p:txBody>
      </p:sp>
    </p:spTree>
    <p:extLst>
      <p:ext uri="{BB962C8B-B14F-4D97-AF65-F5344CB8AC3E}">
        <p14:creationId xmlns:p14="http://schemas.microsoft.com/office/powerpoint/2010/main" val="48546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348-6C6F-A530-C3B8-47B7F5B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MainActivity.java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4D60-557F-4F9C-82B9-EB9B8870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Import the following: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android.view.View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android.widget.Button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android.widget.CheckBox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android.widget.RadioButton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android.widget.RadioGroup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b="1" dirty="0"/>
              <a:t>import </a:t>
            </a:r>
            <a:r>
              <a:rPr lang="en-IN" b="1" dirty="0" err="1"/>
              <a:t>android.widget.EditText</a:t>
            </a:r>
            <a:r>
              <a:rPr lang="en-IN" b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800213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348-6C6F-A530-C3B8-47B7F5B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MainActivity.java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4D60-557F-4F9C-82B9-EB9B8870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MainActivity</a:t>
            </a:r>
            <a:r>
              <a:rPr lang="en-IN" dirty="0"/>
              <a:t> extends </a:t>
            </a:r>
            <a:r>
              <a:rPr lang="en-IN" dirty="0" err="1"/>
              <a:t>AppCompatActivity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b="1" dirty="0"/>
              <a:t>    private </a:t>
            </a:r>
            <a:r>
              <a:rPr lang="en-IN" b="1" dirty="0" err="1"/>
              <a:t>RadioGroup</a:t>
            </a:r>
            <a:r>
              <a:rPr lang="en-IN" b="1" dirty="0"/>
              <a:t> </a:t>
            </a:r>
            <a:r>
              <a:rPr lang="en-IN" b="1" dirty="0" err="1"/>
              <a:t>radioGroup</a:t>
            </a:r>
            <a:r>
              <a:rPr lang="en-IN" b="1" dirty="0"/>
              <a:t>;</a:t>
            </a:r>
          </a:p>
          <a:p>
            <a:pPr marL="0" indent="0">
              <a:buNone/>
            </a:pPr>
            <a:r>
              <a:rPr lang="en-IN" b="1" dirty="0"/>
              <a:t>    private </a:t>
            </a:r>
            <a:r>
              <a:rPr lang="en-IN" b="1" dirty="0" err="1"/>
              <a:t>CheckBox</a:t>
            </a:r>
            <a:r>
              <a:rPr lang="en-IN" b="1" dirty="0"/>
              <a:t> ch1,ch2;</a:t>
            </a:r>
          </a:p>
          <a:p>
            <a:pPr marL="0" indent="0">
              <a:buNone/>
            </a:pPr>
            <a:r>
              <a:rPr lang="en-IN" b="1" dirty="0"/>
              <a:t>    private </a:t>
            </a:r>
            <a:r>
              <a:rPr lang="en-IN" b="1" dirty="0" err="1"/>
              <a:t>EditText</a:t>
            </a:r>
            <a:r>
              <a:rPr lang="en-IN" b="1" dirty="0"/>
              <a:t> edit;</a:t>
            </a:r>
          </a:p>
          <a:p>
            <a:pPr marL="0" indent="0">
              <a:buNone/>
            </a:pPr>
            <a:r>
              <a:rPr lang="en-IN" dirty="0"/>
              <a:t>    protected void </a:t>
            </a:r>
            <a:r>
              <a:rPr lang="en-IN" dirty="0" err="1"/>
              <a:t>onCreate</a:t>
            </a:r>
            <a:r>
              <a:rPr lang="en-IN" dirty="0"/>
              <a:t>(Bundle </a:t>
            </a:r>
            <a:r>
              <a:rPr lang="en-IN" dirty="0" err="1"/>
              <a:t>savedInstanceState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super.onCreate</a:t>
            </a:r>
            <a:r>
              <a:rPr lang="en-IN" dirty="0"/>
              <a:t>(</a:t>
            </a:r>
            <a:r>
              <a:rPr lang="en-IN" dirty="0" err="1"/>
              <a:t>savedInstanceState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setContentView</a:t>
            </a:r>
            <a:r>
              <a:rPr lang="en-IN" dirty="0"/>
              <a:t>(</a:t>
            </a:r>
            <a:r>
              <a:rPr lang="en-IN" dirty="0" err="1"/>
              <a:t>R.layout.activity_main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38568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348-6C6F-A530-C3B8-47B7F5B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MainActivity.java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4D60-557F-4F9C-82B9-EB9B8870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//write the following code in </a:t>
            </a:r>
            <a:r>
              <a:rPr lang="en-IN" dirty="0" err="1"/>
              <a:t>onCreate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b="1" dirty="0"/>
              <a:t>        </a:t>
            </a:r>
            <a:r>
              <a:rPr lang="en-IN" b="1" dirty="0" err="1"/>
              <a:t>radioGroup</a:t>
            </a:r>
            <a:r>
              <a:rPr lang="en-IN" b="1" dirty="0"/>
              <a:t>=</a:t>
            </a:r>
            <a:r>
              <a:rPr lang="en-IN" b="1" dirty="0" err="1"/>
              <a:t>findViewById</a:t>
            </a:r>
            <a:r>
              <a:rPr lang="en-IN" b="1" dirty="0"/>
              <a:t>(</a:t>
            </a:r>
            <a:r>
              <a:rPr lang="en-IN" b="1" dirty="0" err="1"/>
              <a:t>R.id.RadioGroup</a:t>
            </a:r>
            <a:r>
              <a:rPr lang="en-IN" b="1" dirty="0"/>
              <a:t>);</a:t>
            </a:r>
          </a:p>
          <a:p>
            <a:pPr marL="0" indent="0">
              <a:buNone/>
            </a:pPr>
            <a:r>
              <a:rPr lang="en-IN" b="1" dirty="0"/>
              <a:t>        ch1=</a:t>
            </a:r>
            <a:r>
              <a:rPr lang="en-IN" b="1" dirty="0" err="1"/>
              <a:t>findViewById</a:t>
            </a:r>
            <a:r>
              <a:rPr lang="en-IN" b="1" dirty="0"/>
              <a:t>(R.id.checkBox1);</a:t>
            </a:r>
          </a:p>
          <a:p>
            <a:pPr marL="0" indent="0">
              <a:buNone/>
            </a:pPr>
            <a:r>
              <a:rPr lang="en-IN" b="1" dirty="0"/>
              <a:t>        ch2=</a:t>
            </a:r>
            <a:r>
              <a:rPr lang="en-IN" b="1" dirty="0" err="1"/>
              <a:t>findViewById</a:t>
            </a:r>
            <a:r>
              <a:rPr lang="en-IN" b="1" dirty="0"/>
              <a:t>(R.id.checkBox2);</a:t>
            </a:r>
          </a:p>
          <a:p>
            <a:pPr marL="0" indent="0">
              <a:buNone/>
            </a:pPr>
            <a:r>
              <a:rPr lang="en-IN" b="1" dirty="0"/>
              <a:t>        edit=</a:t>
            </a:r>
            <a:r>
              <a:rPr lang="en-IN" b="1" dirty="0" err="1"/>
              <a:t>findViewById</a:t>
            </a:r>
            <a:r>
              <a:rPr lang="en-IN" b="1" dirty="0"/>
              <a:t>(</a:t>
            </a:r>
            <a:r>
              <a:rPr lang="en-IN" b="1" dirty="0" err="1"/>
              <a:t>R.id.edit</a:t>
            </a:r>
            <a:r>
              <a:rPr lang="en-IN" b="1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321521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348-6C6F-A530-C3B8-47B7F5B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MainActivity.java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4D60-557F-4F9C-82B9-EB9B8870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 //button onclick function: register with onclick property of button</a:t>
            </a:r>
          </a:p>
          <a:p>
            <a:pPr marL="0" indent="0">
              <a:buNone/>
            </a:pPr>
            <a:r>
              <a:rPr lang="en-IN" b="1" dirty="0"/>
              <a:t>public void submit(View v)</a:t>
            </a:r>
          </a:p>
          <a:p>
            <a:pPr marL="0" indent="0">
              <a:buNone/>
            </a:pPr>
            <a:r>
              <a:rPr lang="en-IN" b="1" dirty="0"/>
              <a:t>    {</a:t>
            </a:r>
          </a:p>
          <a:p>
            <a:pPr marL="0" indent="0">
              <a:buNone/>
            </a:pPr>
            <a:r>
              <a:rPr lang="en-IN" dirty="0"/>
              <a:t>        //find the id of the currently selected radio button</a:t>
            </a:r>
          </a:p>
          <a:p>
            <a:pPr marL="0" indent="0">
              <a:buNone/>
            </a:pPr>
            <a:r>
              <a:rPr lang="en-IN" b="1" dirty="0"/>
              <a:t>        int </a:t>
            </a:r>
            <a:r>
              <a:rPr lang="en-IN" b="1" dirty="0" err="1"/>
              <a:t>selectedID</a:t>
            </a:r>
            <a:r>
              <a:rPr lang="en-IN" b="1" dirty="0"/>
              <a:t> = </a:t>
            </a:r>
            <a:r>
              <a:rPr lang="en-IN" b="1" dirty="0" err="1"/>
              <a:t>radioGroup.getCheckedRadioButtonId</a:t>
            </a:r>
            <a:r>
              <a:rPr lang="en-IN" b="1" dirty="0"/>
              <a:t>();</a:t>
            </a:r>
          </a:p>
          <a:p>
            <a:pPr marL="0" indent="0">
              <a:buNone/>
            </a:pPr>
            <a:r>
              <a:rPr lang="en-IN" dirty="0"/>
              <a:t>        //Assign it to variable "selected“ by finding id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b="1" dirty="0" err="1"/>
              <a:t>RadioButton</a:t>
            </a:r>
            <a:r>
              <a:rPr lang="en-IN" b="1" dirty="0"/>
              <a:t> selected = </a:t>
            </a:r>
            <a:r>
              <a:rPr lang="en-IN" b="1" dirty="0" err="1"/>
              <a:t>findViewById</a:t>
            </a:r>
            <a:r>
              <a:rPr lang="en-IN" b="1" dirty="0"/>
              <a:t>(</a:t>
            </a:r>
            <a:r>
              <a:rPr lang="en-IN" b="1" dirty="0" err="1"/>
              <a:t>selectedID</a:t>
            </a:r>
            <a:r>
              <a:rPr lang="en-IN" b="1" dirty="0"/>
              <a:t>);</a:t>
            </a:r>
          </a:p>
          <a:p>
            <a:pPr marL="0" indent="0">
              <a:buNone/>
            </a:pPr>
            <a:r>
              <a:rPr lang="en-IN" dirty="0"/>
              <a:t>        //Extract the text from the radio button</a:t>
            </a:r>
          </a:p>
          <a:p>
            <a:pPr marL="0" indent="0">
              <a:buNone/>
            </a:pPr>
            <a:r>
              <a:rPr lang="en-IN" b="1" dirty="0"/>
              <a:t>        String </a:t>
            </a:r>
            <a:r>
              <a:rPr lang="en-IN" b="1" dirty="0" err="1"/>
              <a:t>selected_text</a:t>
            </a:r>
            <a:r>
              <a:rPr lang="en-IN" b="1" dirty="0"/>
              <a:t>= </a:t>
            </a:r>
            <a:r>
              <a:rPr lang="en-IN" b="1" dirty="0" err="1"/>
              <a:t>selected.getText</a:t>
            </a:r>
            <a:r>
              <a:rPr lang="en-IN" b="1" dirty="0"/>
              <a:t>().</a:t>
            </a:r>
            <a:r>
              <a:rPr lang="en-IN" b="1" dirty="0" err="1"/>
              <a:t>toString</a:t>
            </a:r>
            <a:r>
              <a:rPr lang="en-IN" b="1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890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348-6C6F-A530-C3B8-47B7F5B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MainActivity.java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4D60-557F-4F9C-82B9-EB9B8870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//Create a string to append the texts from checkbox selections using StringBuilder class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	 StringBuilder ch_text= new StringBuilder();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//Checkbox permits multiple selections, append each selection to the end of previous string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   	 if(ch1.isChecked())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   	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      	  </a:t>
            </a:r>
            <a:r>
              <a:rPr lang="en-US" b="1" dirty="0" err="1"/>
              <a:t>ch_text.append</a:t>
            </a:r>
            <a:r>
              <a:rPr lang="en-US" b="1" dirty="0"/>
              <a:t>(ch1.getText()).append(" 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	  }</a:t>
            </a:r>
          </a:p>
          <a:p>
            <a:pPr marL="0" indent="0">
              <a:lnSpc>
                <a:spcPct val="12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929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C348-6C6F-A530-C3B8-47B7F5BC5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MainActivity.java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34D60-557F-4F9C-82B9-EB9B88703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if(ch2.isChecked())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    {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        </a:t>
            </a:r>
            <a:r>
              <a:rPr lang="en-US" b="1" dirty="0" err="1"/>
              <a:t>ch_text.append</a:t>
            </a:r>
            <a:r>
              <a:rPr lang="en-US" b="1" dirty="0"/>
              <a:t>(ch2.getText()).append(" ");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//display on </a:t>
            </a:r>
            <a:r>
              <a:rPr lang="en-US" dirty="0" err="1"/>
              <a:t>EditText</a:t>
            </a: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 err="1"/>
              <a:t>edit.setText</a:t>
            </a:r>
            <a:r>
              <a:rPr lang="en-US" b="1" dirty="0"/>
              <a:t>("Selected Course: " + </a:t>
            </a:r>
            <a:r>
              <a:rPr lang="en-US" b="1" dirty="0" err="1"/>
              <a:t>selected_text</a:t>
            </a:r>
            <a:r>
              <a:rPr lang="en-US" b="1" dirty="0"/>
              <a:t> + "Selected Category: " +ch_text);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3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75F8-541E-7D4B-A018-99817532F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Run on emulator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1147E-BE82-CA1E-3B58-8B0D19B88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840" y="1490344"/>
            <a:ext cx="3910600" cy="5026371"/>
          </a:xfrm>
        </p:spPr>
      </p:pic>
    </p:spTree>
    <p:extLst>
      <p:ext uri="{BB962C8B-B14F-4D97-AF65-F5344CB8AC3E}">
        <p14:creationId xmlns:p14="http://schemas.microsoft.com/office/powerpoint/2010/main" val="130974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448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Radio Button &amp; Check Boxes</vt:lpstr>
      <vt:lpstr>activity_main.xml</vt:lpstr>
      <vt:lpstr>activity_main.xml</vt:lpstr>
      <vt:lpstr>MainActivity.java</vt:lpstr>
      <vt:lpstr>MainActivity.java</vt:lpstr>
      <vt:lpstr>MainActivity.java</vt:lpstr>
      <vt:lpstr>MainActivity.java</vt:lpstr>
      <vt:lpstr>MainActivity.java</vt:lpstr>
      <vt:lpstr>MainActivity.java</vt:lpstr>
      <vt:lpstr>Run on emulator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Febin C Abdul Latheef</dc:creator>
  <cp:lastModifiedBy>Febin C Abdul Latheef</cp:lastModifiedBy>
  <cp:revision>2</cp:revision>
  <dcterms:created xsi:type="dcterms:W3CDTF">2024-08-08T07:01:23Z</dcterms:created>
  <dcterms:modified xsi:type="dcterms:W3CDTF">2024-08-08T07:15:49Z</dcterms:modified>
</cp:coreProperties>
</file>